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7" r:id="rId3"/>
    <p:sldId id="258" r:id="rId4"/>
    <p:sldId id="261" r:id="rId5"/>
    <p:sldId id="262" r:id="rId6"/>
    <p:sldId id="263" r:id="rId7"/>
    <p:sldId id="264" r:id="rId8"/>
    <p:sldId id="265" r:id="rId9"/>
    <p:sldId id="266" r:id="rId10"/>
    <p:sldId id="267" r:id="rId11"/>
    <p:sldId id="268" r:id="rId12"/>
    <p:sldId id="271" r:id="rId13"/>
    <p:sldId id="2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F8C38-0B61-EA16-3DFC-71B0B554D4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EAC989-32D1-B62B-72CE-AA7702E472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1E7A8EA-5C52-56F1-C6B6-9ACFEFB8DA2A}"/>
              </a:ext>
            </a:extLst>
          </p:cNvPr>
          <p:cNvSpPr>
            <a:spLocks noGrp="1"/>
          </p:cNvSpPr>
          <p:nvPr>
            <p:ph type="dt" sz="half" idx="10"/>
          </p:nvPr>
        </p:nvSpPr>
        <p:spPr/>
        <p:txBody>
          <a:bodyPr/>
          <a:lstStyle/>
          <a:p>
            <a:fld id="{CC3B1A86-BA18-4E9E-9A95-E3433F8D10BB}" type="datetimeFigureOut">
              <a:rPr lang="en-IN" smtClean="0"/>
              <a:t>26-10-2026</a:t>
            </a:fld>
            <a:endParaRPr lang="en-IN"/>
          </a:p>
        </p:txBody>
      </p:sp>
      <p:sp>
        <p:nvSpPr>
          <p:cNvPr id="5" name="Footer Placeholder 4">
            <a:extLst>
              <a:ext uri="{FF2B5EF4-FFF2-40B4-BE49-F238E27FC236}">
                <a16:creationId xmlns:a16="http://schemas.microsoft.com/office/drawing/2014/main" id="{288E511C-150A-793B-64C8-AE801CF8EB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77D265-529C-F97D-7977-8E0FD431E088}"/>
              </a:ext>
            </a:extLst>
          </p:cNvPr>
          <p:cNvSpPr>
            <a:spLocks noGrp="1"/>
          </p:cNvSpPr>
          <p:nvPr>
            <p:ph type="sldNum" sz="quarter" idx="12"/>
          </p:nvPr>
        </p:nvSpPr>
        <p:spPr/>
        <p:txBody>
          <a:bodyPr/>
          <a:lstStyle/>
          <a:p>
            <a:fld id="{56151295-35D9-486A-9384-146CF4FA1C1E}" type="slidenum">
              <a:rPr lang="en-IN" smtClean="0"/>
              <a:t>‹#›</a:t>
            </a:fld>
            <a:endParaRPr lang="en-IN"/>
          </a:p>
        </p:txBody>
      </p:sp>
    </p:spTree>
    <p:extLst>
      <p:ext uri="{BB962C8B-B14F-4D97-AF65-F5344CB8AC3E}">
        <p14:creationId xmlns:p14="http://schemas.microsoft.com/office/powerpoint/2010/main" val="4205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CCAB9-3F57-E9CB-C09C-C83DACACA4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9018A0-A02F-692A-AF5D-51491DEB9B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DB1FDF-34E3-CFB0-0F63-4AFB8C4EA6A7}"/>
              </a:ext>
            </a:extLst>
          </p:cNvPr>
          <p:cNvSpPr>
            <a:spLocks noGrp="1"/>
          </p:cNvSpPr>
          <p:nvPr>
            <p:ph type="dt" sz="half" idx="10"/>
          </p:nvPr>
        </p:nvSpPr>
        <p:spPr/>
        <p:txBody>
          <a:bodyPr/>
          <a:lstStyle/>
          <a:p>
            <a:fld id="{CC3B1A86-BA18-4E9E-9A95-E3433F8D10BB}" type="datetimeFigureOut">
              <a:rPr lang="en-IN" smtClean="0"/>
              <a:t>26-10-2026</a:t>
            </a:fld>
            <a:endParaRPr lang="en-IN"/>
          </a:p>
        </p:txBody>
      </p:sp>
      <p:sp>
        <p:nvSpPr>
          <p:cNvPr id="5" name="Footer Placeholder 4">
            <a:extLst>
              <a:ext uri="{FF2B5EF4-FFF2-40B4-BE49-F238E27FC236}">
                <a16:creationId xmlns:a16="http://schemas.microsoft.com/office/drawing/2014/main" id="{0E46B238-1351-B9DC-0342-2F015401D1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E0723B-4973-EADC-6E7E-2854BBFA49A6}"/>
              </a:ext>
            </a:extLst>
          </p:cNvPr>
          <p:cNvSpPr>
            <a:spLocks noGrp="1"/>
          </p:cNvSpPr>
          <p:nvPr>
            <p:ph type="sldNum" sz="quarter" idx="12"/>
          </p:nvPr>
        </p:nvSpPr>
        <p:spPr/>
        <p:txBody>
          <a:bodyPr/>
          <a:lstStyle/>
          <a:p>
            <a:fld id="{56151295-35D9-486A-9384-146CF4FA1C1E}" type="slidenum">
              <a:rPr lang="en-IN" smtClean="0"/>
              <a:t>‹#›</a:t>
            </a:fld>
            <a:endParaRPr lang="en-IN"/>
          </a:p>
        </p:txBody>
      </p:sp>
    </p:spTree>
    <p:extLst>
      <p:ext uri="{BB962C8B-B14F-4D97-AF65-F5344CB8AC3E}">
        <p14:creationId xmlns:p14="http://schemas.microsoft.com/office/powerpoint/2010/main" val="1124448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AC675-15BA-220E-E62A-D21EC5C886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0D0DE5-4622-D6E7-28C5-9BE8C3D100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71CEBA-1ECE-1C07-C421-06060FACC96E}"/>
              </a:ext>
            </a:extLst>
          </p:cNvPr>
          <p:cNvSpPr>
            <a:spLocks noGrp="1"/>
          </p:cNvSpPr>
          <p:nvPr>
            <p:ph type="dt" sz="half" idx="10"/>
          </p:nvPr>
        </p:nvSpPr>
        <p:spPr/>
        <p:txBody>
          <a:bodyPr/>
          <a:lstStyle/>
          <a:p>
            <a:fld id="{CC3B1A86-BA18-4E9E-9A95-E3433F8D10BB}" type="datetimeFigureOut">
              <a:rPr lang="en-IN" smtClean="0"/>
              <a:t>26-10-2026</a:t>
            </a:fld>
            <a:endParaRPr lang="en-IN"/>
          </a:p>
        </p:txBody>
      </p:sp>
      <p:sp>
        <p:nvSpPr>
          <p:cNvPr id="5" name="Footer Placeholder 4">
            <a:extLst>
              <a:ext uri="{FF2B5EF4-FFF2-40B4-BE49-F238E27FC236}">
                <a16:creationId xmlns:a16="http://schemas.microsoft.com/office/drawing/2014/main" id="{2A97FEB1-43FA-01AF-3F6D-3C326591C0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777947-215F-8BDA-A72B-DA981D303077}"/>
              </a:ext>
            </a:extLst>
          </p:cNvPr>
          <p:cNvSpPr>
            <a:spLocks noGrp="1"/>
          </p:cNvSpPr>
          <p:nvPr>
            <p:ph type="sldNum" sz="quarter" idx="12"/>
          </p:nvPr>
        </p:nvSpPr>
        <p:spPr/>
        <p:txBody>
          <a:bodyPr/>
          <a:lstStyle/>
          <a:p>
            <a:fld id="{56151295-35D9-486A-9384-146CF4FA1C1E}" type="slidenum">
              <a:rPr lang="en-IN" smtClean="0"/>
              <a:t>‹#›</a:t>
            </a:fld>
            <a:endParaRPr lang="en-IN"/>
          </a:p>
        </p:txBody>
      </p:sp>
    </p:spTree>
    <p:extLst>
      <p:ext uri="{BB962C8B-B14F-4D97-AF65-F5344CB8AC3E}">
        <p14:creationId xmlns:p14="http://schemas.microsoft.com/office/powerpoint/2010/main" val="3919767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99CF8-0B10-4ACF-5F03-9909C3B56D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0CC472-FB7F-6B72-93F3-2911082099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A9CFFEA-77CE-1ED5-1654-C894C7F0EE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76684D8-4A37-4B03-73A1-F76CD2F232F7}"/>
              </a:ext>
            </a:extLst>
          </p:cNvPr>
          <p:cNvSpPr>
            <a:spLocks noGrp="1"/>
          </p:cNvSpPr>
          <p:nvPr>
            <p:ph type="dt" sz="half" idx="10"/>
          </p:nvPr>
        </p:nvSpPr>
        <p:spPr/>
        <p:txBody>
          <a:bodyPr/>
          <a:lstStyle/>
          <a:p>
            <a:fld id="{CC3B1A86-BA18-4E9E-9A95-E3433F8D10BB}" type="datetimeFigureOut">
              <a:rPr lang="en-IN" smtClean="0"/>
              <a:t>26-10-2026</a:t>
            </a:fld>
            <a:endParaRPr lang="en-IN"/>
          </a:p>
        </p:txBody>
      </p:sp>
      <p:sp>
        <p:nvSpPr>
          <p:cNvPr id="6" name="Footer Placeholder 5">
            <a:extLst>
              <a:ext uri="{FF2B5EF4-FFF2-40B4-BE49-F238E27FC236}">
                <a16:creationId xmlns:a16="http://schemas.microsoft.com/office/drawing/2014/main" id="{E5B43395-CC36-11B9-3849-3B5E47B5E2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4BAA4A-314F-C399-CCB9-4E243FFDD5E8}"/>
              </a:ext>
            </a:extLst>
          </p:cNvPr>
          <p:cNvSpPr>
            <a:spLocks noGrp="1"/>
          </p:cNvSpPr>
          <p:nvPr>
            <p:ph type="sldNum" sz="quarter" idx="12"/>
          </p:nvPr>
        </p:nvSpPr>
        <p:spPr/>
        <p:txBody>
          <a:bodyPr/>
          <a:lstStyle/>
          <a:p>
            <a:fld id="{56151295-35D9-486A-9384-146CF4FA1C1E}" type="slidenum">
              <a:rPr lang="en-IN" smtClean="0"/>
              <a:t>‹#›</a:t>
            </a:fld>
            <a:endParaRPr lang="en-IN"/>
          </a:p>
        </p:txBody>
      </p:sp>
    </p:spTree>
    <p:extLst>
      <p:ext uri="{BB962C8B-B14F-4D97-AF65-F5344CB8AC3E}">
        <p14:creationId xmlns:p14="http://schemas.microsoft.com/office/powerpoint/2010/main" val="4125654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D35D2-E7B7-6E82-3F57-A9FFEB5D62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3DD0A4-C797-82D6-4922-96086988B0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4B6B47-E400-6985-44D8-84F5F19DD3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36CECC-5570-69F3-ECBB-9B374C0BA0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1DE0A4-CD93-AAD1-D76B-6ABB9DA0CE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A569C76-CB0F-605D-917E-54DE444F1B42}"/>
              </a:ext>
            </a:extLst>
          </p:cNvPr>
          <p:cNvSpPr>
            <a:spLocks noGrp="1"/>
          </p:cNvSpPr>
          <p:nvPr>
            <p:ph type="dt" sz="half" idx="10"/>
          </p:nvPr>
        </p:nvSpPr>
        <p:spPr/>
        <p:txBody>
          <a:bodyPr/>
          <a:lstStyle/>
          <a:p>
            <a:fld id="{CC3B1A86-BA18-4E9E-9A95-E3433F8D10BB}" type="datetimeFigureOut">
              <a:rPr lang="en-IN" smtClean="0"/>
              <a:t>26-10-2026</a:t>
            </a:fld>
            <a:endParaRPr lang="en-IN"/>
          </a:p>
        </p:txBody>
      </p:sp>
      <p:sp>
        <p:nvSpPr>
          <p:cNvPr id="8" name="Footer Placeholder 7">
            <a:extLst>
              <a:ext uri="{FF2B5EF4-FFF2-40B4-BE49-F238E27FC236}">
                <a16:creationId xmlns:a16="http://schemas.microsoft.com/office/drawing/2014/main" id="{AABC5E2E-4949-CFE8-7E0E-5F87CCA04D8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29F0E6-2676-6A22-729C-84F638F5FB9F}"/>
              </a:ext>
            </a:extLst>
          </p:cNvPr>
          <p:cNvSpPr>
            <a:spLocks noGrp="1"/>
          </p:cNvSpPr>
          <p:nvPr>
            <p:ph type="sldNum" sz="quarter" idx="12"/>
          </p:nvPr>
        </p:nvSpPr>
        <p:spPr/>
        <p:txBody>
          <a:bodyPr/>
          <a:lstStyle/>
          <a:p>
            <a:fld id="{56151295-35D9-486A-9384-146CF4FA1C1E}" type="slidenum">
              <a:rPr lang="en-IN" smtClean="0"/>
              <a:t>‹#›</a:t>
            </a:fld>
            <a:endParaRPr lang="en-IN"/>
          </a:p>
        </p:txBody>
      </p:sp>
    </p:spTree>
    <p:extLst>
      <p:ext uri="{BB962C8B-B14F-4D97-AF65-F5344CB8AC3E}">
        <p14:creationId xmlns:p14="http://schemas.microsoft.com/office/powerpoint/2010/main" val="3789852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A754A-B623-6D38-51EC-3A924B1C26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ED8D912-82B5-084F-0DA7-993FC68BFEB8}"/>
              </a:ext>
            </a:extLst>
          </p:cNvPr>
          <p:cNvSpPr>
            <a:spLocks noGrp="1"/>
          </p:cNvSpPr>
          <p:nvPr>
            <p:ph type="dt" sz="half" idx="10"/>
          </p:nvPr>
        </p:nvSpPr>
        <p:spPr/>
        <p:txBody>
          <a:bodyPr/>
          <a:lstStyle/>
          <a:p>
            <a:fld id="{CC3B1A86-BA18-4E9E-9A95-E3433F8D10BB}" type="datetimeFigureOut">
              <a:rPr lang="en-IN" smtClean="0"/>
              <a:t>26-10-2026</a:t>
            </a:fld>
            <a:endParaRPr lang="en-IN"/>
          </a:p>
        </p:txBody>
      </p:sp>
      <p:sp>
        <p:nvSpPr>
          <p:cNvPr id="4" name="Footer Placeholder 3">
            <a:extLst>
              <a:ext uri="{FF2B5EF4-FFF2-40B4-BE49-F238E27FC236}">
                <a16:creationId xmlns:a16="http://schemas.microsoft.com/office/drawing/2014/main" id="{8A934E5C-7595-BB77-69B2-78DDDAB408A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B7A215-4238-8627-0CA8-5A1F6B27D7CD}"/>
              </a:ext>
            </a:extLst>
          </p:cNvPr>
          <p:cNvSpPr>
            <a:spLocks noGrp="1"/>
          </p:cNvSpPr>
          <p:nvPr>
            <p:ph type="sldNum" sz="quarter" idx="12"/>
          </p:nvPr>
        </p:nvSpPr>
        <p:spPr/>
        <p:txBody>
          <a:bodyPr/>
          <a:lstStyle/>
          <a:p>
            <a:fld id="{56151295-35D9-486A-9384-146CF4FA1C1E}" type="slidenum">
              <a:rPr lang="en-IN" smtClean="0"/>
              <a:t>‹#›</a:t>
            </a:fld>
            <a:endParaRPr lang="en-IN"/>
          </a:p>
        </p:txBody>
      </p:sp>
    </p:spTree>
    <p:extLst>
      <p:ext uri="{BB962C8B-B14F-4D97-AF65-F5344CB8AC3E}">
        <p14:creationId xmlns:p14="http://schemas.microsoft.com/office/powerpoint/2010/main" val="3943985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7B3CD9-ECBA-4202-540C-A86F8DB616D9}"/>
              </a:ext>
            </a:extLst>
          </p:cNvPr>
          <p:cNvSpPr>
            <a:spLocks noGrp="1"/>
          </p:cNvSpPr>
          <p:nvPr>
            <p:ph type="dt" sz="half" idx="10"/>
          </p:nvPr>
        </p:nvSpPr>
        <p:spPr/>
        <p:txBody>
          <a:bodyPr/>
          <a:lstStyle/>
          <a:p>
            <a:fld id="{CC3B1A86-BA18-4E9E-9A95-E3433F8D10BB}" type="datetimeFigureOut">
              <a:rPr lang="en-IN" smtClean="0"/>
              <a:t>26-10-2026</a:t>
            </a:fld>
            <a:endParaRPr lang="en-IN"/>
          </a:p>
        </p:txBody>
      </p:sp>
      <p:sp>
        <p:nvSpPr>
          <p:cNvPr id="3" name="Footer Placeholder 2">
            <a:extLst>
              <a:ext uri="{FF2B5EF4-FFF2-40B4-BE49-F238E27FC236}">
                <a16:creationId xmlns:a16="http://schemas.microsoft.com/office/drawing/2014/main" id="{88FE38F4-C519-61A7-374E-EBA4E27AB9D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E63958F-43A8-D8DC-5D05-74B26F7DF0B6}"/>
              </a:ext>
            </a:extLst>
          </p:cNvPr>
          <p:cNvSpPr>
            <a:spLocks noGrp="1"/>
          </p:cNvSpPr>
          <p:nvPr>
            <p:ph type="sldNum" sz="quarter" idx="12"/>
          </p:nvPr>
        </p:nvSpPr>
        <p:spPr/>
        <p:txBody>
          <a:bodyPr/>
          <a:lstStyle/>
          <a:p>
            <a:fld id="{56151295-35D9-486A-9384-146CF4FA1C1E}" type="slidenum">
              <a:rPr lang="en-IN" smtClean="0"/>
              <a:t>‹#›</a:t>
            </a:fld>
            <a:endParaRPr lang="en-IN"/>
          </a:p>
        </p:txBody>
      </p:sp>
    </p:spTree>
    <p:extLst>
      <p:ext uri="{BB962C8B-B14F-4D97-AF65-F5344CB8AC3E}">
        <p14:creationId xmlns:p14="http://schemas.microsoft.com/office/powerpoint/2010/main" val="3786810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F499B-6EEB-1230-DC37-7B1140BE6A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5B548F0-3305-25F7-A4A5-5FD9E077E8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2B98075-2025-5C66-C07E-5CE83EB070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992374-E80E-D73E-D3CC-713E6D8ECA01}"/>
              </a:ext>
            </a:extLst>
          </p:cNvPr>
          <p:cNvSpPr>
            <a:spLocks noGrp="1"/>
          </p:cNvSpPr>
          <p:nvPr>
            <p:ph type="dt" sz="half" idx="10"/>
          </p:nvPr>
        </p:nvSpPr>
        <p:spPr/>
        <p:txBody>
          <a:bodyPr/>
          <a:lstStyle/>
          <a:p>
            <a:fld id="{CC3B1A86-BA18-4E9E-9A95-E3433F8D10BB}" type="datetimeFigureOut">
              <a:rPr lang="en-IN" smtClean="0"/>
              <a:t>26-10-2026</a:t>
            </a:fld>
            <a:endParaRPr lang="en-IN"/>
          </a:p>
        </p:txBody>
      </p:sp>
      <p:sp>
        <p:nvSpPr>
          <p:cNvPr id="6" name="Footer Placeholder 5">
            <a:extLst>
              <a:ext uri="{FF2B5EF4-FFF2-40B4-BE49-F238E27FC236}">
                <a16:creationId xmlns:a16="http://schemas.microsoft.com/office/drawing/2014/main" id="{9F65E3F0-A839-02C6-127A-69B6173D76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AA8D04-5205-DA29-1292-15DD03D04FE9}"/>
              </a:ext>
            </a:extLst>
          </p:cNvPr>
          <p:cNvSpPr>
            <a:spLocks noGrp="1"/>
          </p:cNvSpPr>
          <p:nvPr>
            <p:ph type="sldNum" sz="quarter" idx="12"/>
          </p:nvPr>
        </p:nvSpPr>
        <p:spPr/>
        <p:txBody>
          <a:bodyPr/>
          <a:lstStyle/>
          <a:p>
            <a:fld id="{56151295-35D9-486A-9384-146CF4FA1C1E}" type="slidenum">
              <a:rPr lang="en-IN" smtClean="0"/>
              <a:t>‹#›</a:t>
            </a:fld>
            <a:endParaRPr lang="en-IN"/>
          </a:p>
        </p:txBody>
      </p:sp>
    </p:spTree>
    <p:extLst>
      <p:ext uri="{BB962C8B-B14F-4D97-AF65-F5344CB8AC3E}">
        <p14:creationId xmlns:p14="http://schemas.microsoft.com/office/powerpoint/2010/main" val="3078485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BF1B0-10DF-A015-882A-C7363F9420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BD74AD-1F19-FEDB-5FC5-D812488089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3896E6E-F9D8-EF42-C5E1-AA07706523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4E7047-6DA1-6634-7420-A54AD0B9472F}"/>
              </a:ext>
            </a:extLst>
          </p:cNvPr>
          <p:cNvSpPr>
            <a:spLocks noGrp="1"/>
          </p:cNvSpPr>
          <p:nvPr>
            <p:ph type="dt" sz="half" idx="10"/>
          </p:nvPr>
        </p:nvSpPr>
        <p:spPr/>
        <p:txBody>
          <a:bodyPr/>
          <a:lstStyle/>
          <a:p>
            <a:fld id="{CC3B1A86-BA18-4E9E-9A95-E3433F8D10BB}" type="datetimeFigureOut">
              <a:rPr lang="en-IN" smtClean="0"/>
              <a:t>26-10-2026</a:t>
            </a:fld>
            <a:endParaRPr lang="en-IN"/>
          </a:p>
        </p:txBody>
      </p:sp>
      <p:sp>
        <p:nvSpPr>
          <p:cNvPr id="6" name="Footer Placeholder 5">
            <a:extLst>
              <a:ext uri="{FF2B5EF4-FFF2-40B4-BE49-F238E27FC236}">
                <a16:creationId xmlns:a16="http://schemas.microsoft.com/office/drawing/2014/main" id="{690AEE43-D1BE-7736-2205-393C5FBB03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DE8628-0697-D4D5-C829-BAD665ECA7EA}"/>
              </a:ext>
            </a:extLst>
          </p:cNvPr>
          <p:cNvSpPr>
            <a:spLocks noGrp="1"/>
          </p:cNvSpPr>
          <p:nvPr>
            <p:ph type="sldNum" sz="quarter" idx="12"/>
          </p:nvPr>
        </p:nvSpPr>
        <p:spPr/>
        <p:txBody>
          <a:bodyPr/>
          <a:lstStyle/>
          <a:p>
            <a:fld id="{56151295-35D9-486A-9384-146CF4FA1C1E}" type="slidenum">
              <a:rPr lang="en-IN" smtClean="0"/>
              <a:t>‹#›</a:t>
            </a:fld>
            <a:endParaRPr lang="en-IN"/>
          </a:p>
        </p:txBody>
      </p:sp>
    </p:spTree>
    <p:extLst>
      <p:ext uri="{BB962C8B-B14F-4D97-AF65-F5344CB8AC3E}">
        <p14:creationId xmlns:p14="http://schemas.microsoft.com/office/powerpoint/2010/main" val="1347352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40B32-09E7-5DB8-07DC-72A5C15D6AB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46F3E2-9EB8-661E-FA6D-934320EE36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606FCE-BC76-B1F0-48C8-749788CA8289}"/>
              </a:ext>
            </a:extLst>
          </p:cNvPr>
          <p:cNvSpPr>
            <a:spLocks noGrp="1"/>
          </p:cNvSpPr>
          <p:nvPr>
            <p:ph type="dt" sz="half" idx="10"/>
          </p:nvPr>
        </p:nvSpPr>
        <p:spPr/>
        <p:txBody>
          <a:bodyPr/>
          <a:lstStyle/>
          <a:p>
            <a:fld id="{CC3B1A86-BA18-4E9E-9A95-E3433F8D10BB}" type="datetimeFigureOut">
              <a:rPr lang="en-IN" smtClean="0"/>
              <a:t>26-10-2026</a:t>
            </a:fld>
            <a:endParaRPr lang="en-IN"/>
          </a:p>
        </p:txBody>
      </p:sp>
      <p:sp>
        <p:nvSpPr>
          <p:cNvPr id="5" name="Footer Placeholder 4">
            <a:extLst>
              <a:ext uri="{FF2B5EF4-FFF2-40B4-BE49-F238E27FC236}">
                <a16:creationId xmlns:a16="http://schemas.microsoft.com/office/drawing/2014/main" id="{8D3FCD4D-A052-7449-F7FF-8D31B8E5F5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6BF4B4-56F5-A464-8BE9-B3AD7195F9D0}"/>
              </a:ext>
            </a:extLst>
          </p:cNvPr>
          <p:cNvSpPr>
            <a:spLocks noGrp="1"/>
          </p:cNvSpPr>
          <p:nvPr>
            <p:ph type="sldNum" sz="quarter" idx="12"/>
          </p:nvPr>
        </p:nvSpPr>
        <p:spPr/>
        <p:txBody>
          <a:bodyPr/>
          <a:lstStyle/>
          <a:p>
            <a:fld id="{56151295-35D9-486A-9384-146CF4FA1C1E}" type="slidenum">
              <a:rPr lang="en-IN" smtClean="0"/>
              <a:t>‹#›</a:t>
            </a:fld>
            <a:endParaRPr lang="en-IN"/>
          </a:p>
        </p:txBody>
      </p:sp>
    </p:spTree>
    <p:extLst>
      <p:ext uri="{BB962C8B-B14F-4D97-AF65-F5344CB8AC3E}">
        <p14:creationId xmlns:p14="http://schemas.microsoft.com/office/powerpoint/2010/main" val="4064050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487165-DAD8-C702-F344-2B21BA82AF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E274D0-19CC-8DF2-F3CB-0088A6D047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5B6C85-FB61-FDDB-6763-241604C98311}"/>
              </a:ext>
            </a:extLst>
          </p:cNvPr>
          <p:cNvSpPr>
            <a:spLocks noGrp="1"/>
          </p:cNvSpPr>
          <p:nvPr>
            <p:ph type="dt" sz="half" idx="10"/>
          </p:nvPr>
        </p:nvSpPr>
        <p:spPr/>
        <p:txBody>
          <a:bodyPr/>
          <a:lstStyle/>
          <a:p>
            <a:fld id="{CC3B1A86-BA18-4E9E-9A95-E3433F8D10BB}" type="datetimeFigureOut">
              <a:rPr lang="en-IN" smtClean="0"/>
              <a:t>26-10-2026</a:t>
            </a:fld>
            <a:endParaRPr lang="en-IN"/>
          </a:p>
        </p:txBody>
      </p:sp>
      <p:sp>
        <p:nvSpPr>
          <p:cNvPr id="5" name="Footer Placeholder 4">
            <a:extLst>
              <a:ext uri="{FF2B5EF4-FFF2-40B4-BE49-F238E27FC236}">
                <a16:creationId xmlns:a16="http://schemas.microsoft.com/office/drawing/2014/main" id="{E73E9962-9A56-299C-9BBB-C0087ED340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FF6E62-A588-B6E2-A293-7297CE3001FF}"/>
              </a:ext>
            </a:extLst>
          </p:cNvPr>
          <p:cNvSpPr>
            <a:spLocks noGrp="1"/>
          </p:cNvSpPr>
          <p:nvPr>
            <p:ph type="sldNum" sz="quarter" idx="12"/>
          </p:nvPr>
        </p:nvSpPr>
        <p:spPr/>
        <p:txBody>
          <a:bodyPr/>
          <a:lstStyle/>
          <a:p>
            <a:fld id="{56151295-35D9-486A-9384-146CF4FA1C1E}" type="slidenum">
              <a:rPr lang="en-IN" smtClean="0"/>
              <a:t>‹#›</a:t>
            </a:fld>
            <a:endParaRPr lang="en-IN"/>
          </a:p>
        </p:txBody>
      </p:sp>
    </p:spTree>
    <p:extLst>
      <p:ext uri="{BB962C8B-B14F-4D97-AF65-F5344CB8AC3E}">
        <p14:creationId xmlns:p14="http://schemas.microsoft.com/office/powerpoint/2010/main" val="3348169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9807C9-E6FF-50B2-E867-766145DB96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3B9228-652A-6CB8-F419-5E97B6301D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F649E3-7F07-79E1-D1C5-5FFC4611E4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3B1A86-BA18-4E9E-9A95-E3433F8D10BB}" type="datetimeFigureOut">
              <a:rPr lang="en-IN" smtClean="0"/>
              <a:t>26-10-2026</a:t>
            </a:fld>
            <a:endParaRPr lang="en-IN"/>
          </a:p>
        </p:txBody>
      </p:sp>
      <p:sp>
        <p:nvSpPr>
          <p:cNvPr id="5" name="Footer Placeholder 4">
            <a:extLst>
              <a:ext uri="{FF2B5EF4-FFF2-40B4-BE49-F238E27FC236}">
                <a16:creationId xmlns:a16="http://schemas.microsoft.com/office/drawing/2014/main" id="{DB5E652B-00D8-6682-B99E-A964AEF9E7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73D5563-4211-2F9C-6246-F4DDB52A10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151295-35D9-486A-9384-146CF4FA1C1E}" type="slidenum">
              <a:rPr lang="en-IN" smtClean="0"/>
              <a:t>‹#›</a:t>
            </a:fld>
            <a:endParaRPr lang="en-IN"/>
          </a:p>
        </p:txBody>
      </p:sp>
    </p:spTree>
    <p:extLst>
      <p:ext uri="{BB962C8B-B14F-4D97-AF65-F5344CB8AC3E}">
        <p14:creationId xmlns:p14="http://schemas.microsoft.com/office/powerpoint/2010/main" val="2262444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B797A-4A6B-EB2B-424C-8781E7124CF6}"/>
              </a:ext>
            </a:extLst>
          </p:cNvPr>
          <p:cNvSpPr>
            <a:spLocks noGrp="1"/>
          </p:cNvSpPr>
          <p:nvPr>
            <p:ph type="title"/>
          </p:nvPr>
        </p:nvSpPr>
        <p:spPr>
          <a:xfrm>
            <a:off x="1699260" y="365125"/>
            <a:ext cx="9654540" cy="1325563"/>
          </a:xfrm>
        </p:spPr>
        <p:txBody>
          <a:bodyPr>
            <a:normAutofit/>
          </a:bodyPr>
          <a:lstStyle/>
          <a:p>
            <a:r>
              <a:rPr lang="en-IN" sz="3000" dirty="0"/>
              <a:t>Safe Security Testing on Drupal –Bug Bounty Scope</a:t>
            </a:r>
          </a:p>
        </p:txBody>
      </p:sp>
      <p:sp>
        <p:nvSpPr>
          <p:cNvPr id="3" name="Content Placeholder 2">
            <a:extLst>
              <a:ext uri="{FF2B5EF4-FFF2-40B4-BE49-F238E27FC236}">
                <a16:creationId xmlns:a16="http://schemas.microsoft.com/office/drawing/2014/main" id="{76705E9E-FCD3-DA81-7A07-7A47C694650C}"/>
              </a:ext>
            </a:extLst>
          </p:cNvPr>
          <p:cNvSpPr>
            <a:spLocks noGrp="1"/>
          </p:cNvSpPr>
          <p:nvPr>
            <p:ph idx="1"/>
          </p:nvPr>
        </p:nvSpPr>
        <p:spPr>
          <a:xfrm>
            <a:off x="838200" y="1769806"/>
            <a:ext cx="10401300" cy="4001729"/>
          </a:xfrm>
        </p:spPr>
        <p:txBody>
          <a:bodyPr>
            <a:normAutofit/>
          </a:bodyPr>
          <a:lstStyle/>
          <a:p>
            <a:r>
              <a:rPr lang="en-US" sz="2500" dirty="0"/>
              <a:t>This project demonstrates safe and ethical security testing on Drupal websites within the Open Bug Bounty program scope. All testing was performed only on my own account or authorized targets, ensuring no harm to the system or other users. </a:t>
            </a:r>
          </a:p>
          <a:p>
            <a:r>
              <a:rPr lang="en-US" sz="2500" dirty="0"/>
              <a:t>The project evaluates common web vulnerabilities, including Cross-Site Scripting (XSS), Cross-Site Request Forgery (CSRF), Open Redirect, and Access Control, using professional scanning tools and verification techniques.</a:t>
            </a:r>
          </a:p>
          <a:p>
            <a:r>
              <a:rPr lang="en-US" sz="2500" dirty="0"/>
              <a:t> Documentation includes screenshots and detailed observations, highlighting  the security measures implemented by Drupal.</a:t>
            </a:r>
            <a:endParaRPr lang="en-IN" sz="2500" dirty="0"/>
          </a:p>
        </p:txBody>
      </p:sp>
    </p:spTree>
    <p:extLst>
      <p:ext uri="{BB962C8B-B14F-4D97-AF65-F5344CB8AC3E}">
        <p14:creationId xmlns:p14="http://schemas.microsoft.com/office/powerpoint/2010/main" val="2230447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B466F-E614-2865-946D-762BCC272D5A}"/>
              </a:ext>
            </a:extLst>
          </p:cNvPr>
          <p:cNvSpPr>
            <a:spLocks noGrp="1"/>
          </p:cNvSpPr>
          <p:nvPr>
            <p:ph type="title"/>
          </p:nvPr>
        </p:nvSpPr>
        <p:spPr>
          <a:xfrm>
            <a:off x="2802194" y="365125"/>
            <a:ext cx="8551605" cy="1325563"/>
          </a:xfrm>
        </p:spPr>
        <p:txBody>
          <a:bodyPr>
            <a:normAutofit/>
          </a:bodyPr>
          <a:lstStyle/>
          <a:p>
            <a:r>
              <a:rPr lang="en-IN" sz="2500" dirty="0"/>
              <a:t>Pick the Openbugbounty listed test website Drupal</a:t>
            </a:r>
          </a:p>
        </p:txBody>
      </p:sp>
      <p:pic>
        <p:nvPicPr>
          <p:cNvPr id="8" name="Content Placeholder 4">
            <a:extLst>
              <a:ext uri="{FF2B5EF4-FFF2-40B4-BE49-F238E27FC236}">
                <a16:creationId xmlns:a16="http://schemas.microsoft.com/office/drawing/2014/main" id="{10516CD1-BB52-67DE-A4FC-41D44E820D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1548" y="1592826"/>
            <a:ext cx="9950246" cy="4900049"/>
          </a:xfrm>
        </p:spPr>
      </p:pic>
    </p:spTree>
    <p:extLst>
      <p:ext uri="{BB962C8B-B14F-4D97-AF65-F5344CB8AC3E}">
        <p14:creationId xmlns:p14="http://schemas.microsoft.com/office/powerpoint/2010/main" val="2830307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644DE-8253-A0FF-FEE7-850B1ECA4D27}"/>
              </a:ext>
            </a:extLst>
          </p:cNvPr>
          <p:cNvSpPr>
            <a:spLocks noGrp="1"/>
          </p:cNvSpPr>
          <p:nvPr>
            <p:ph type="title"/>
          </p:nvPr>
        </p:nvSpPr>
        <p:spPr>
          <a:xfrm>
            <a:off x="1789471" y="365125"/>
            <a:ext cx="9564328" cy="1325563"/>
          </a:xfrm>
        </p:spPr>
        <p:txBody>
          <a:bodyPr>
            <a:normAutofit/>
          </a:bodyPr>
          <a:lstStyle/>
          <a:p>
            <a:r>
              <a:rPr lang="en-IN" sz="2500" dirty="0"/>
              <a:t>Use WhatWeb to detection of CMS and underlying technologies</a:t>
            </a:r>
          </a:p>
        </p:txBody>
      </p:sp>
      <p:pic>
        <p:nvPicPr>
          <p:cNvPr id="1026" name="Picture 2">
            <a:extLst>
              <a:ext uri="{FF2B5EF4-FFF2-40B4-BE49-F238E27FC236}">
                <a16:creationId xmlns:a16="http://schemas.microsoft.com/office/drawing/2014/main" id="{55E720A0-2340-1A41-CBF5-CFF34A283FC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7587" y="2850126"/>
            <a:ext cx="11198941" cy="1033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95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95E1F-9364-2A55-ED6E-10A2EFF0341F}"/>
              </a:ext>
            </a:extLst>
          </p:cNvPr>
          <p:cNvSpPr>
            <a:spLocks noGrp="1"/>
          </p:cNvSpPr>
          <p:nvPr>
            <p:ph type="title"/>
          </p:nvPr>
        </p:nvSpPr>
        <p:spPr>
          <a:xfrm>
            <a:off x="2930012" y="365125"/>
            <a:ext cx="8423787" cy="1325563"/>
          </a:xfrm>
        </p:spPr>
        <p:txBody>
          <a:bodyPr>
            <a:normAutofit/>
          </a:bodyPr>
          <a:lstStyle/>
          <a:p>
            <a:r>
              <a:rPr lang="en-IN" sz="2500" dirty="0"/>
              <a:t>See in browser it display home page of Drupal</a:t>
            </a:r>
          </a:p>
        </p:txBody>
      </p:sp>
      <p:pic>
        <p:nvPicPr>
          <p:cNvPr id="3074" name="Picture 2">
            <a:extLst>
              <a:ext uri="{FF2B5EF4-FFF2-40B4-BE49-F238E27FC236}">
                <a16:creationId xmlns:a16="http://schemas.microsoft.com/office/drawing/2014/main" id="{F1427AF4-721E-3F7F-0F7C-20E6B301743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25624"/>
            <a:ext cx="10685206" cy="5032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4592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54D1E-EEA4-134C-AEC0-C97DA316C395}"/>
              </a:ext>
            </a:extLst>
          </p:cNvPr>
          <p:cNvSpPr>
            <a:spLocks noGrp="1"/>
          </p:cNvSpPr>
          <p:nvPr>
            <p:ph type="title"/>
          </p:nvPr>
        </p:nvSpPr>
        <p:spPr>
          <a:xfrm>
            <a:off x="2880360" y="365125"/>
            <a:ext cx="8473439" cy="1325563"/>
          </a:xfrm>
        </p:spPr>
        <p:txBody>
          <a:bodyPr>
            <a:normAutofit/>
          </a:bodyPr>
          <a:lstStyle/>
          <a:p>
            <a:r>
              <a:rPr lang="en-IN" sz="2500" dirty="0"/>
              <a:t>Try XSS  Attack tested on harmless input field</a:t>
            </a:r>
          </a:p>
        </p:txBody>
      </p:sp>
      <p:pic>
        <p:nvPicPr>
          <p:cNvPr id="5122" name="Picture 2">
            <a:extLst>
              <a:ext uri="{FF2B5EF4-FFF2-40B4-BE49-F238E27FC236}">
                <a16:creationId xmlns:a16="http://schemas.microsoft.com/office/drawing/2014/main" id="{22923336-78B1-4741-B7B5-07BF74E6F8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199" y="1825625"/>
            <a:ext cx="10616381" cy="4771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5357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2C13-0F51-EA36-B148-DFF61F913490}"/>
              </a:ext>
            </a:extLst>
          </p:cNvPr>
          <p:cNvSpPr>
            <a:spLocks noGrp="1"/>
          </p:cNvSpPr>
          <p:nvPr>
            <p:ph type="title"/>
          </p:nvPr>
        </p:nvSpPr>
        <p:spPr>
          <a:xfrm>
            <a:off x="924232" y="365125"/>
            <a:ext cx="10429567" cy="1325563"/>
          </a:xfrm>
        </p:spPr>
        <p:txBody>
          <a:bodyPr>
            <a:normAutofit/>
          </a:bodyPr>
          <a:lstStyle/>
          <a:p>
            <a:r>
              <a:rPr lang="en-IN" sz="2500" dirty="0"/>
              <a:t>Its not work and display text no execution occurred it seems Drupal secure protection </a:t>
            </a:r>
          </a:p>
        </p:txBody>
      </p:sp>
      <p:pic>
        <p:nvPicPr>
          <p:cNvPr id="6146" name="Picture 2">
            <a:extLst>
              <a:ext uri="{FF2B5EF4-FFF2-40B4-BE49-F238E27FC236}">
                <a16:creationId xmlns:a16="http://schemas.microsoft.com/office/drawing/2014/main" id="{9AF9743F-1EA1-C27C-C312-1FA3B3EEA4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199" y="1825625"/>
            <a:ext cx="10626213" cy="4840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3600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CCA39-1AB2-8990-3C49-590ADB534963}"/>
              </a:ext>
            </a:extLst>
          </p:cNvPr>
          <p:cNvSpPr>
            <a:spLocks noGrp="1"/>
          </p:cNvSpPr>
          <p:nvPr>
            <p:ph type="title"/>
          </p:nvPr>
        </p:nvSpPr>
        <p:spPr>
          <a:xfrm>
            <a:off x="1415844" y="365125"/>
            <a:ext cx="9937955" cy="1325563"/>
          </a:xfrm>
        </p:spPr>
        <p:txBody>
          <a:bodyPr>
            <a:normAutofit/>
          </a:bodyPr>
          <a:lstStyle/>
          <a:p>
            <a:r>
              <a:rPr lang="en-IN" sz="2500" dirty="0"/>
              <a:t>  Next , Implement Open Redirect Attack(Harmless redirect testing)</a:t>
            </a:r>
          </a:p>
        </p:txBody>
      </p:sp>
      <p:pic>
        <p:nvPicPr>
          <p:cNvPr id="7170" name="Picture 2">
            <a:extLst>
              <a:ext uri="{FF2B5EF4-FFF2-40B4-BE49-F238E27FC236}">
                <a16:creationId xmlns:a16="http://schemas.microsoft.com/office/drawing/2014/main" id="{F3FC3A57-5917-A4A9-7E48-14909ABD22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97626"/>
            <a:ext cx="10515599" cy="4798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703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3047F-DD23-62AA-C4EB-D6C2F8398BC0}"/>
              </a:ext>
            </a:extLst>
          </p:cNvPr>
          <p:cNvSpPr>
            <a:spLocks noGrp="1"/>
          </p:cNvSpPr>
          <p:nvPr>
            <p:ph type="title"/>
          </p:nvPr>
        </p:nvSpPr>
        <p:spPr>
          <a:xfrm>
            <a:off x="1071716" y="365125"/>
            <a:ext cx="10019072" cy="1325563"/>
          </a:xfrm>
        </p:spPr>
        <p:txBody>
          <a:bodyPr>
            <a:normAutofit/>
          </a:bodyPr>
          <a:lstStyle/>
          <a:p>
            <a:r>
              <a:rPr lang="en-IN" sz="2500" dirty="0"/>
              <a:t> Its not work, Drupal blocked unauthorized redirects(redirect to signup page)</a:t>
            </a:r>
          </a:p>
        </p:txBody>
      </p:sp>
      <p:pic>
        <p:nvPicPr>
          <p:cNvPr id="8194" name="Picture 2">
            <a:extLst>
              <a:ext uri="{FF2B5EF4-FFF2-40B4-BE49-F238E27FC236}">
                <a16:creationId xmlns:a16="http://schemas.microsoft.com/office/drawing/2014/main" id="{DBA47E2B-5667-5F8D-A1EF-C4522308EA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34065" y="1825624"/>
            <a:ext cx="10419735" cy="4742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1417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1637C-9CC6-F1EA-7FEF-5B85871D4B0F}"/>
              </a:ext>
            </a:extLst>
          </p:cNvPr>
          <p:cNvSpPr>
            <a:spLocks noGrp="1"/>
          </p:cNvSpPr>
          <p:nvPr>
            <p:ph type="title"/>
          </p:nvPr>
        </p:nvSpPr>
        <p:spPr>
          <a:xfrm>
            <a:off x="993058" y="365125"/>
            <a:ext cx="10360742" cy="1325563"/>
          </a:xfrm>
        </p:spPr>
        <p:txBody>
          <a:bodyPr>
            <a:normAutofit/>
          </a:bodyPr>
          <a:lstStyle/>
          <a:p>
            <a:r>
              <a:rPr lang="en-IN" sz="2500" dirty="0"/>
              <a:t>Next, Improper Access Control Attack(Verified user permissions on </a:t>
            </a:r>
            <a:br>
              <a:rPr lang="en-IN" sz="2500" dirty="0"/>
            </a:br>
            <a:r>
              <a:rPr lang="en-IN" sz="2500" dirty="0"/>
              <a:t>non-admin forms)</a:t>
            </a:r>
          </a:p>
        </p:txBody>
      </p:sp>
      <p:pic>
        <p:nvPicPr>
          <p:cNvPr id="9218" name="Picture 2">
            <a:extLst>
              <a:ext uri="{FF2B5EF4-FFF2-40B4-BE49-F238E27FC236}">
                <a16:creationId xmlns:a16="http://schemas.microsoft.com/office/drawing/2014/main" id="{36BEFD64-DA45-F882-2CCC-7B50E8E776A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25625"/>
            <a:ext cx="10685206" cy="4860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394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2153-73E3-1D63-B43F-B81E161774D9}"/>
              </a:ext>
            </a:extLst>
          </p:cNvPr>
          <p:cNvSpPr>
            <a:spLocks noGrp="1"/>
          </p:cNvSpPr>
          <p:nvPr>
            <p:ph type="title"/>
          </p:nvPr>
        </p:nvSpPr>
        <p:spPr>
          <a:xfrm>
            <a:off x="2110494" y="426085"/>
            <a:ext cx="9593826" cy="1325563"/>
          </a:xfrm>
        </p:spPr>
        <p:txBody>
          <a:bodyPr>
            <a:normAutofit/>
          </a:bodyPr>
          <a:lstStyle/>
          <a:p>
            <a:r>
              <a:rPr lang="en-IN" sz="2500" dirty="0"/>
              <a:t>It displays signup page access was properly restricted</a:t>
            </a:r>
          </a:p>
        </p:txBody>
      </p:sp>
      <p:pic>
        <p:nvPicPr>
          <p:cNvPr id="10242" name="Picture 2">
            <a:extLst>
              <a:ext uri="{FF2B5EF4-FFF2-40B4-BE49-F238E27FC236}">
                <a16:creationId xmlns:a16="http://schemas.microsoft.com/office/drawing/2014/main" id="{00FE97BD-8B35-C59A-BF7D-911D8525787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25624"/>
            <a:ext cx="10675374" cy="4791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8219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D8A70-F821-D198-4135-67833A4A5D6B}"/>
              </a:ext>
            </a:extLst>
          </p:cNvPr>
          <p:cNvSpPr>
            <a:spLocks noGrp="1"/>
          </p:cNvSpPr>
          <p:nvPr>
            <p:ph type="title"/>
          </p:nvPr>
        </p:nvSpPr>
        <p:spPr>
          <a:xfrm>
            <a:off x="3018503" y="365125"/>
            <a:ext cx="8335297" cy="1325563"/>
          </a:xfrm>
        </p:spPr>
        <p:txBody>
          <a:bodyPr>
            <a:normAutofit/>
          </a:bodyPr>
          <a:lstStyle/>
          <a:p>
            <a:r>
              <a:rPr lang="en-IN" sz="2400" dirty="0"/>
              <a:t>Login the Drupal website for CSRF Attack </a:t>
            </a:r>
          </a:p>
        </p:txBody>
      </p:sp>
      <p:pic>
        <p:nvPicPr>
          <p:cNvPr id="11266" name="Picture 2">
            <a:extLst>
              <a:ext uri="{FF2B5EF4-FFF2-40B4-BE49-F238E27FC236}">
                <a16:creationId xmlns:a16="http://schemas.microsoft.com/office/drawing/2014/main" id="{29549E06-A705-B7BE-9599-389AD3370A3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25625"/>
            <a:ext cx="10515600"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0767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2311-1082-346E-52F4-BD11B0F6BFCD}"/>
              </a:ext>
            </a:extLst>
          </p:cNvPr>
          <p:cNvSpPr>
            <a:spLocks noGrp="1"/>
          </p:cNvSpPr>
          <p:nvPr>
            <p:ph type="title"/>
          </p:nvPr>
        </p:nvSpPr>
        <p:spPr>
          <a:xfrm>
            <a:off x="3785418" y="365125"/>
            <a:ext cx="7568381" cy="1325563"/>
          </a:xfrm>
        </p:spPr>
        <p:txBody>
          <a:bodyPr>
            <a:normAutofit/>
          </a:bodyPr>
          <a:lstStyle/>
          <a:p>
            <a:r>
              <a:rPr lang="en-IN" sz="2500" dirty="0"/>
              <a:t>Redirecting to login page </a:t>
            </a:r>
          </a:p>
        </p:txBody>
      </p:sp>
      <p:pic>
        <p:nvPicPr>
          <p:cNvPr id="14338" name="Picture 2">
            <a:extLst>
              <a:ext uri="{FF2B5EF4-FFF2-40B4-BE49-F238E27FC236}">
                <a16:creationId xmlns:a16="http://schemas.microsoft.com/office/drawing/2014/main" id="{AB87E8C8-D867-9961-5C31-CDE9548935A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4232" y="1933780"/>
            <a:ext cx="1022554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519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39A29-038F-8813-7FB0-4FB8A83ACA9F}"/>
              </a:ext>
            </a:extLst>
          </p:cNvPr>
          <p:cNvSpPr>
            <a:spLocks noGrp="1"/>
          </p:cNvSpPr>
          <p:nvPr>
            <p:ph type="title"/>
          </p:nvPr>
        </p:nvSpPr>
        <p:spPr>
          <a:xfrm>
            <a:off x="907026" y="-235973"/>
            <a:ext cx="10515600" cy="1337186"/>
          </a:xfrm>
        </p:spPr>
        <p:txBody>
          <a:bodyPr>
            <a:normAutofit/>
          </a:bodyPr>
          <a:lstStyle/>
          <a:p>
            <a:r>
              <a:rPr lang="en-IN" sz="3500" dirty="0"/>
              <a:t>Conclusion:</a:t>
            </a:r>
          </a:p>
        </p:txBody>
      </p:sp>
      <p:sp>
        <p:nvSpPr>
          <p:cNvPr id="3" name="Content Placeholder 2">
            <a:extLst>
              <a:ext uri="{FF2B5EF4-FFF2-40B4-BE49-F238E27FC236}">
                <a16:creationId xmlns:a16="http://schemas.microsoft.com/office/drawing/2014/main" id="{A2696C3C-B751-D4C6-E899-57413EE26DE0}"/>
              </a:ext>
            </a:extLst>
          </p:cNvPr>
          <p:cNvSpPr>
            <a:spLocks noGrp="1"/>
          </p:cNvSpPr>
          <p:nvPr>
            <p:ph idx="1"/>
          </p:nvPr>
        </p:nvSpPr>
        <p:spPr>
          <a:xfrm>
            <a:off x="353962" y="993058"/>
            <a:ext cx="11513574" cy="5555226"/>
          </a:xfrm>
        </p:spPr>
        <p:txBody>
          <a:bodyPr>
            <a:normAutofit lnSpcReduction="10000"/>
          </a:bodyPr>
          <a:lstStyle/>
          <a:p>
            <a:r>
              <a:rPr lang="en-IN" sz="2000" dirty="0"/>
              <a:t>This project evaluated selected Drupal security mechanisms against common web vulnerabilities within the authorized testing scope.</a:t>
            </a:r>
          </a:p>
          <a:p>
            <a:pPr marL="0" indent="0">
              <a:buNone/>
            </a:pPr>
            <a:r>
              <a:rPr lang="en-IN" sz="2000" b="1" dirty="0"/>
              <a:t>         Tests Performed</a:t>
            </a:r>
          </a:p>
          <a:p>
            <a:pPr lvl="0"/>
            <a:r>
              <a:rPr lang="en-IN" sz="2000" b="1" dirty="0"/>
              <a:t>Cross-Site Scripting (XSS):</a:t>
            </a:r>
            <a:r>
              <a:rPr lang="en-IN" sz="2000" dirty="0"/>
              <a:t> Tested harmless input fields; no script execution was observed.</a:t>
            </a:r>
          </a:p>
          <a:p>
            <a:pPr lvl="0"/>
            <a:r>
              <a:rPr lang="en-IN" sz="2000" b="1" dirty="0"/>
              <a:t>Cross-Site Request Forgery (CSRF):</a:t>
            </a:r>
            <a:r>
              <a:rPr lang="en-IN" sz="2000" dirty="0"/>
              <a:t> Examined form-token protections and observed that submissions without the required token or while logged out were blocked.</a:t>
            </a:r>
          </a:p>
          <a:p>
            <a:pPr lvl="0"/>
            <a:r>
              <a:rPr lang="en-IN" sz="2000" b="1" dirty="0"/>
              <a:t>Open Redirect:</a:t>
            </a:r>
            <a:r>
              <a:rPr lang="en-IN" sz="2000" dirty="0"/>
              <a:t> Tested redirect </a:t>
            </a:r>
            <a:r>
              <a:rPr lang="en-IN" sz="2000" dirty="0" err="1"/>
              <a:t>behavior</a:t>
            </a:r>
            <a:r>
              <a:rPr lang="en-IN" sz="2000" dirty="0"/>
              <a:t>; unauthorized redirection was not observed in the tested cases.</a:t>
            </a:r>
          </a:p>
          <a:p>
            <a:pPr lvl="0"/>
            <a:r>
              <a:rPr lang="en-IN" sz="2000" b="1" dirty="0"/>
              <a:t>Access Control:</a:t>
            </a:r>
            <a:r>
              <a:rPr lang="en-IN" sz="2000" dirty="0"/>
              <a:t> Checked permissions on selected non-admin forms; access restrictions were observed.</a:t>
            </a:r>
          </a:p>
          <a:p>
            <a:pPr marL="0" indent="0">
              <a:buNone/>
            </a:pPr>
            <a:r>
              <a:rPr lang="en-IN" sz="2000" b="1" dirty="0"/>
              <a:t>           Results</a:t>
            </a:r>
          </a:p>
          <a:p>
            <a:pPr lvl="0"/>
            <a:r>
              <a:rPr lang="en-IN" sz="2000" dirty="0"/>
              <a:t>No successful exploitation was observed during the tests performed.</a:t>
            </a:r>
          </a:p>
          <a:p>
            <a:pPr lvl="0"/>
            <a:r>
              <a:rPr lang="en-IN" sz="2000" dirty="0"/>
              <a:t>The findings apply only to the specific test cases and environment examined.</a:t>
            </a:r>
          </a:p>
          <a:p>
            <a:pPr lvl="0"/>
            <a:r>
              <a:rPr lang="en-IN" sz="2000" dirty="0"/>
              <a:t>Testing was conducted within the authorized scope and applicable program rules.</a:t>
            </a:r>
          </a:p>
          <a:p>
            <a:pPr marL="0" indent="0">
              <a:buNone/>
            </a:pPr>
            <a:r>
              <a:rPr lang="en-IN" sz="2000" b="1" dirty="0"/>
              <a:t>         Final Remarks</a:t>
            </a:r>
          </a:p>
          <a:p>
            <a:r>
              <a:rPr lang="en-IN" sz="2000" dirty="0"/>
              <a:t>These results do not establish the overall security of Drupal or the entire website. Further authorized testing would be needed to evaluate additional vulnerabilities and security controls.</a:t>
            </a:r>
          </a:p>
          <a:p>
            <a:endParaRPr lang="en-US" sz="1900" dirty="0"/>
          </a:p>
        </p:txBody>
      </p:sp>
    </p:spTree>
    <p:extLst>
      <p:ext uri="{BB962C8B-B14F-4D97-AF65-F5344CB8AC3E}">
        <p14:creationId xmlns:p14="http://schemas.microsoft.com/office/powerpoint/2010/main" val="616254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372</Words>
  <Application>Microsoft Office PowerPoint</Application>
  <PresentationFormat>Widescreen</PresentationFormat>
  <Paragraphs>28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Safe Security Testing on Drupal –Bug Bounty Scope</vt:lpstr>
      <vt:lpstr>Pick the Openbugbounty listed test website Drupal</vt:lpstr>
      <vt:lpstr>Use WhatWeb to detection of CMS and underlying technologies</vt:lpstr>
      <vt:lpstr>See in browser it display home page of Drupal</vt:lpstr>
      <vt:lpstr>Try XSS  Attack tested on harmless input field</vt:lpstr>
      <vt:lpstr>Its not work and display text no execution occurred it seems Drupal secure protection </vt:lpstr>
      <vt:lpstr>  Next , Implement Open Redirect Attack(Harmless redirect testing)</vt:lpstr>
      <vt:lpstr> Its not work, Drupal blocked unauthorized redirects(redirect to signup page)</vt:lpstr>
      <vt:lpstr>Next, Improper Access Control Attack(Verified user permissions on  non-admin forms)</vt:lpstr>
      <vt:lpstr>It displays signup page access was properly restricted</vt:lpstr>
      <vt:lpstr>Login the Drupal website for CSRF Attack </vt:lpstr>
      <vt:lpstr>Redirecting to login page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LAVANYA GUNTUPALLI</dc:creator>
  <cp:lastModifiedBy>LAVANYA GUNTUPALLI</cp:lastModifiedBy>
  <cp:revision>3</cp:revision>
  <dcterms:created xsi:type="dcterms:W3CDTF">2025-09-05T13:54:36Z</dcterms:created>
  <dcterms:modified xsi:type="dcterms:W3CDTF">2026-10-26T11:05:34Z</dcterms:modified>
</cp:coreProperties>
</file>