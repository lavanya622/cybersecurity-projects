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7" r:id="rId3"/>
    <p:sldId id="258" r:id="rId4"/>
    <p:sldId id="259" r:id="rId5"/>
    <p:sldId id="260" r:id="rId6"/>
    <p:sldId id="278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69" r:id="rId16"/>
    <p:sldId id="276" r:id="rId17"/>
    <p:sldId id="277" r:id="rId18"/>
    <p:sldId id="270" r:id="rId19"/>
    <p:sldId id="271" r:id="rId20"/>
    <p:sldId id="272" r:id="rId21"/>
    <p:sldId id="273" r:id="rId22"/>
    <p:sldId id="274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71" autoAdjust="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6964-3B10-DDB3-ACB5-255D372AD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50AB5-5284-CAA6-92A4-77FD6C700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23AF9-3960-D180-A535-1593770D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E9BE1-DF42-97DA-E5BB-C197570A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9388C-2D74-803B-6A00-70A484F6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70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A1F0-89EB-713B-CA20-F932B3A9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DBB65-A428-96D6-7D15-544D6099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A9148-3417-6C11-D198-C27667EC6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FD58-5357-5AB8-D97D-5D21C686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E733A-C968-276A-8EF7-57BC14EC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9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8036-123C-EC85-EBD7-2C34F57F6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74D86-B1A4-CC78-1B99-4BC24AAF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75FD8-8A49-1753-4179-92FB1DA3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744D4-42F2-1D1C-F980-DF1F8E86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0C113-08E0-3FF0-5276-66A5B640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98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AEB5-59E6-76DD-18F5-9D866B3D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5CE5-0897-F5DA-FC3F-09F61B4B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3A63B-A919-355D-B596-6FB9EE20E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2CCE8-8E25-D547-9000-D899B61A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F9AD8-4121-8BC4-235F-2AB3D0BE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82477-1CFC-91DF-7E0E-E0A927D9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379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E653-B910-0342-7611-F838807D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5BE6F-88A1-ED1F-2867-18B2C9996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F03AF-6044-03AA-D52D-FBB7D48F3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07FEA-4823-3227-A530-94BECA286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D2786E-F524-6F1C-8A90-FDC86B469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E254E-B0DF-072E-039B-1881488A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D5A43-431F-BBF9-9544-EB2EE66AB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0262B-7554-4CC5-56CF-120391CD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20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ACFE-4B40-DB88-ED28-2A919E57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D0BBF-B6CC-9F63-2295-89FF2A35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ABF69-2BDF-5CCC-8154-D1CF0220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EF248-9AD9-F69C-F474-5A43A6D7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6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54AD0-D045-2835-586F-BBDA786E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48B33-D692-9CCD-1185-79B71197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75E65-AC49-9218-E275-A52C6F00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9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47E7-25B3-AAA4-F503-AFD5A039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87882-0226-519C-5967-CFE7E2EE9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1B309-368F-01A9-1D62-59074FAC2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C7EE5-A1FA-7C20-3ED6-5C0619566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9966E-CE85-BA00-866E-7D7212D3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A5E6B-37FF-BC32-86C8-6886C662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94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28F-F8D1-14BF-57ED-323A5892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73282-3069-4CCC-C9AA-CDB965937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38D07-7073-2F34-B1A4-05F2E26A4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BF790-BDF9-A567-D420-373CCA00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AE900-1790-0BD9-859B-D1380191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5DB57-6D66-F2A8-C8A7-F4372D6F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44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DF21-5D70-F903-66A4-937162E66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2C75A-57DE-ED83-F5F9-98A8DDCFB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46922-6D99-4CDF-9B27-76A1B6EF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AA9A6-DE22-E371-94AE-E36D5D0FA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A037-3023-77F0-4F44-C2278617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80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7DE712-8B5D-AE02-B960-50D795808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AF047-914D-A173-D88C-A4489655B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B921-C742-9F30-F3D2-EC3C846F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ADF83-8861-DDB0-815B-ED3FB0E6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540CD-5A74-79E4-42E9-225E2B70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E5B10-1739-57CD-EDAF-B6C68EA6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53547-5DFD-74EC-8468-9898FD93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03D28-9A9A-6672-14A9-6B2E2CF63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A9875-6EB0-4004-AE43-8D4ACC554A2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9EAC-3FD9-21BB-9B56-A5BF63BCE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6EB9D-F044-FF56-2D3A-099E083E7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9CE9-0BB4-49D3-A4A8-62E582E2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90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760E-6EAC-A149-9553-38F70A63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0" y="365125"/>
            <a:ext cx="8559800" cy="1325563"/>
          </a:xfrm>
        </p:spPr>
        <p:txBody>
          <a:bodyPr/>
          <a:lstStyle/>
          <a:p>
            <a:r>
              <a:rPr lang="en-IN" b="1" dirty="0"/>
              <a:t>Penetration </a:t>
            </a:r>
            <a:r>
              <a:rPr lang="en-US" b="1" dirty="0"/>
              <a:t>on ColddBox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57E5E-EEEC-3154-5AA0-512ECEB4F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1809136"/>
            <a:ext cx="10515600" cy="4456728"/>
          </a:xfrm>
        </p:spPr>
        <p:txBody>
          <a:bodyPr>
            <a:normAutofit fontScale="32500" lnSpcReduction="20000"/>
          </a:bodyPr>
          <a:lstStyle/>
          <a:p>
            <a:r>
              <a:rPr lang="en-US" sz="6200" dirty="0"/>
              <a:t>This project focuses on penetration testing of a ColddBox web application</a:t>
            </a:r>
          </a:p>
          <a:p>
            <a:endParaRPr lang="en-US" sz="6200" dirty="0"/>
          </a:p>
          <a:p>
            <a:r>
              <a:rPr lang="en-US" sz="6200" dirty="0"/>
              <a:t>Tools such as Nmap, Nikto, WPScan, OWASP ZAP, and Burp Suite were used</a:t>
            </a:r>
          </a:p>
          <a:p>
            <a:endParaRPr lang="en-US" sz="6200" dirty="0"/>
          </a:p>
          <a:p>
            <a:r>
              <a:rPr lang="en-US" sz="6200" dirty="0"/>
              <a:t>Vulnerabilities identified include SQL Injection, Cross-Site Scripting, and Session Fixation</a:t>
            </a:r>
          </a:p>
          <a:p>
            <a:endParaRPr lang="en-US" sz="6200" dirty="0"/>
          </a:p>
          <a:p>
            <a:r>
              <a:rPr lang="en-US" sz="6200" dirty="0"/>
              <a:t>Weak authentication was exploited to gain access to the WordPress dashboard</a:t>
            </a:r>
          </a:p>
          <a:p>
            <a:endParaRPr lang="en-US" sz="6200" dirty="0"/>
          </a:p>
          <a:p>
            <a:r>
              <a:rPr lang="en-US" sz="6200" dirty="0"/>
              <a:t>The project demonstrates the importance of securing applications against real-world cyber attacks.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52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4D7E0-C2F2-B065-BD7A-5F29AACB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Network scan results show IP address</a:t>
            </a:r>
            <a:r>
              <a:rPr lang="en-IN" sz="2400" dirty="0"/>
              <a:t>[LAB_TARGET_IP]</a:t>
            </a:r>
            <a:r>
              <a:rPr lang="en-US" sz="2200" dirty="0"/>
              <a:t>. The device status is unknown, indicating potential for further investigation. Using Sudo arp-scan command.</a:t>
            </a:r>
            <a:endParaRPr lang="en-I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E8388B-D59A-BEE1-BC2E-F406128AA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1780510"/>
            <a:ext cx="11228439" cy="435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3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F110-7347-9CC3-4584-8649516D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ColddBox is running on an Apache server (v2.4.10) at </a:t>
            </a:r>
            <a:r>
              <a:rPr lang="en-IN" sz="2400" dirty="0"/>
              <a:t>[LAB_TARGET_IP]</a:t>
            </a:r>
            <a:r>
              <a:rPr lang="en-US" sz="2200" dirty="0"/>
              <a:t>. The system is Kali Linux, and there's a mention of WordPress v6.3.3.</a:t>
            </a:r>
            <a:endParaRPr lang="en-IN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042CE-9795-37C0-9646-CC070A805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4924"/>
            <a:ext cx="10515600" cy="4321974"/>
          </a:xfrm>
        </p:spPr>
      </p:pic>
    </p:spTree>
    <p:extLst>
      <p:ext uri="{BB962C8B-B14F-4D97-AF65-F5344CB8AC3E}">
        <p14:creationId xmlns:p14="http://schemas.microsoft.com/office/powerpoint/2010/main" val="106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61F5-8976-0EF8-BC46-E433416B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Nmap scan results showing </a:t>
            </a:r>
            <a:r>
              <a:rPr lang="en-IN" sz="2400" dirty="0"/>
              <a:t>[LAB_TARGET_IP]</a:t>
            </a:r>
            <a:r>
              <a:rPr lang="en-US" sz="2400" dirty="0"/>
              <a:t>with ports 80/tcp open for Apache httpd 2.4.18 and 4512/tcp open for ssh with OpenSSH 7.2p2.</a:t>
            </a:r>
            <a:endParaRPr lang="en-IN" sz="2400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A5E4600-B85E-BFDF-EA11-D32CC1070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65" y="1825625"/>
            <a:ext cx="8101779" cy="4351338"/>
          </a:xfrm>
        </p:spPr>
      </p:pic>
    </p:spTree>
    <p:extLst>
      <p:ext uri="{BB962C8B-B14F-4D97-AF65-F5344CB8AC3E}">
        <p14:creationId xmlns:p14="http://schemas.microsoft.com/office/powerpoint/2010/main" val="52291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6691-D861-8F81-4DDD-EA8802E9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3"/>
            <a:ext cx="10238772" cy="1291468"/>
          </a:xfrm>
        </p:spPr>
        <p:txBody>
          <a:bodyPr>
            <a:normAutofit/>
          </a:bodyPr>
          <a:lstStyle/>
          <a:p>
            <a:r>
              <a:rPr lang="en-US" sz="2000" dirty="0"/>
              <a:t>I identified port 80 is opened then it works with the browser. And I enter the target IP into the browser.</a:t>
            </a:r>
            <a:br>
              <a:rPr lang="en-US" sz="2000" dirty="0"/>
            </a:br>
            <a:endParaRPr lang="en-IN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B0179-E150-5AD3-05FD-62C5D5904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47826"/>
            <a:ext cx="10238772" cy="5147187"/>
          </a:xfrm>
        </p:spPr>
      </p:pic>
    </p:spTree>
    <p:extLst>
      <p:ext uri="{BB962C8B-B14F-4D97-AF65-F5344CB8AC3E}">
        <p14:creationId xmlns:p14="http://schemas.microsoft.com/office/powerpoint/2010/main" val="360334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750E-9E1B-43BC-B672-B491346A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762" y="388274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scroll down and I found this login page and I also found wordpress.org</a:t>
            </a:r>
            <a:endParaRPr lang="en-IN" sz="24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8B9D076-55B0-C68A-AB04-0D2607B39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912"/>
            <a:ext cx="10146890" cy="4598424"/>
          </a:xfrm>
        </p:spPr>
      </p:pic>
    </p:spTree>
    <p:extLst>
      <p:ext uri="{BB962C8B-B14F-4D97-AF65-F5344CB8AC3E}">
        <p14:creationId xmlns:p14="http://schemas.microsoft.com/office/powerpoint/2010/main" val="126999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3860-F2AB-92AF-8018-7438665CB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18"/>
            <a:ext cx="10515600" cy="1474378"/>
          </a:xfrm>
        </p:spPr>
        <p:txBody>
          <a:bodyPr>
            <a:normAutofit fontScale="90000"/>
          </a:bodyPr>
          <a:lstStyle/>
          <a:p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So now I used </a:t>
            </a:r>
            <a:r>
              <a:rPr lang="en-US" sz="2400" dirty="0" err="1"/>
              <a:t>wpscan</a:t>
            </a:r>
            <a:r>
              <a:rPr lang="en-US" sz="2400" dirty="0"/>
              <a:t> tool to find out the usernames and passwords for them. First I enumerate the usernames.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C3BC9D3-2E91-7541-B2FA-C93225553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019" y="1631696"/>
            <a:ext cx="9773265" cy="4771408"/>
          </a:xfrm>
        </p:spPr>
      </p:pic>
    </p:spTree>
    <p:extLst>
      <p:ext uri="{BB962C8B-B14F-4D97-AF65-F5344CB8AC3E}">
        <p14:creationId xmlns:p14="http://schemas.microsoft.com/office/powerpoint/2010/main" val="316648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5432-0A23-8AA8-9C78-86E88FA2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121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From this, I found there are several user names with this.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D953E-E1DC-9012-9CE3-80728DAC7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346343"/>
            <a:ext cx="9859296" cy="4346533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CC0424-D9D7-D54D-D92D-D5D0D619E221}"/>
              </a:ext>
            </a:extLst>
          </p:cNvPr>
          <p:cNvSpPr/>
          <p:nvPr/>
        </p:nvSpPr>
        <p:spPr>
          <a:xfrm flipV="1">
            <a:off x="1382414" y="4533900"/>
            <a:ext cx="652126" cy="176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D93F42-12DC-DB76-E53D-815DFD587F42}"/>
              </a:ext>
            </a:extLst>
          </p:cNvPr>
          <p:cNvSpPr/>
          <p:nvPr/>
        </p:nvSpPr>
        <p:spPr>
          <a:xfrm flipV="1">
            <a:off x="1382414" y="3551658"/>
            <a:ext cx="530206" cy="2431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93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45DC-B09E-4EF6-87AD-E2A599FAA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3"/>
            <a:ext cx="10515600" cy="1504335"/>
          </a:xfrm>
        </p:spPr>
        <p:txBody>
          <a:bodyPr>
            <a:normAutofit/>
          </a:bodyPr>
          <a:lstStyle/>
          <a:p>
            <a:r>
              <a:rPr lang="en-US" sz="2400" dirty="0"/>
              <a:t>I chose the c0ldd username and I perform a command to find the password of it with </a:t>
            </a:r>
            <a:r>
              <a:rPr lang="en-US" sz="2400" dirty="0" err="1"/>
              <a:t>wpscan</a:t>
            </a:r>
            <a:r>
              <a:rPr lang="en-US" sz="2400" dirty="0"/>
              <a:t>.</a:t>
            </a: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11CD6F-93D2-3DEC-A4E1-3CCBDFC66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503" y="1484671"/>
            <a:ext cx="9615949" cy="4866967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87C7E3-4F8D-0C6C-8D3F-7CB62CC97E93}"/>
              </a:ext>
            </a:extLst>
          </p:cNvPr>
          <p:cNvSpPr/>
          <p:nvPr/>
        </p:nvSpPr>
        <p:spPr>
          <a:xfrm flipV="1">
            <a:off x="5463540" y="1859278"/>
            <a:ext cx="487680" cy="137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EF6E4-4A2F-C22B-B948-C7310F1A81F5}"/>
              </a:ext>
            </a:extLst>
          </p:cNvPr>
          <p:cNvSpPr/>
          <p:nvPr/>
        </p:nvSpPr>
        <p:spPr>
          <a:xfrm flipV="1">
            <a:off x="2324100" y="205740"/>
            <a:ext cx="738648" cy="230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828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EA3A-E3B9-3B57-3ECC-EDFE74A1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342" y="365125"/>
            <a:ext cx="9908458" cy="1325563"/>
          </a:xfrm>
        </p:spPr>
        <p:txBody>
          <a:bodyPr>
            <a:normAutofit/>
          </a:bodyPr>
          <a:lstStyle/>
          <a:p>
            <a:r>
              <a:rPr lang="en-US" sz="2400" dirty="0"/>
              <a:t>From this, </a:t>
            </a:r>
            <a:r>
              <a:rPr lang="en-IN" sz="2400" dirty="0"/>
              <a:t>A weak password was identified during authorized  lab testing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CC4ADC9-7B04-0A3A-AB2F-556D58D36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26" y="1900738"/>
            <a:ext cx="9320980" cy="42011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1E5AF4-C5DC-7065-CA1B-88BD285582AE}"/>
              </a:ext>
            </a:extLst>
          </p:cNvPr>
          <p:cNvSpPr/>
          <p:nvPr/>
        </p:nvSpPr>
        <p:spPr>
          <a:xfrm>
            <a:off x="2576051" y="4424517"/>
            <a:ext cx="462116" cy="98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D56A6-7D42-F0D3-13B1-193CCA0E6F50}"/>
              </a:ext>
            </a:extLst>
          </p:cNvPr>
          <p:cNvSpPr/>
          <p:nvPr/>
        </p:nvSpPr>
        <p:spPr>
          <a:xfrm flipV="1">
            <a:off x="4095134" y="4424517"/>
            <a:ext cx="948814" cy="103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8EEC91-6D49-B061-5740-43345615A5A6}"/>
              </a:ext>
            </a:extLst>
          </p:cNvPr>
          <p:cNvSpPr/>
          <p:nvPr/>
        </p:nvSpPr>
        <p:spPr>
          <a:xfrm flipV="1">
            <a:off x="2733366" y="3981191"/>
            <a:ext cx="948814" cy="103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77356-B534-D97F-2DD1-A9515F0CEB6D}"/>
              </a:ext>
            </a:extLst>
          </p:cNvPr>
          <p:cNvSpPr/>
          <p:nvPr/>
        </p:nvSpPr>
        <p:spPr>
          <a:xfrm flipV="1">
            <a:off x="3207773" y="3824547"/>
            <a:ext cx="948814" cy="103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20DD31-C728-6039-276F-6EC3170F052D}"/>
              </a:ext>
            </a:extLst>
          </p:cNvPr>
          <p:cNvSpPr/>
          <p:nvPr/>
        </p:nvSpPr>
        <p:spPr>
          <a:xfrm flipV="1">
            <a:off x="2005779" y="3981189"/>
            <a:ext cx="462118" cy="103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B63657-2EBA-7529-A436-67462429544B}"/>
              </a:ext>
            </a:extLst>
          </p:cNvPr>
          <p:cNvSpPr/>
          <p:nvPr/>
        </p:nvSpPr>
        <p:spPr>
          <a:xfrm flipV="1">
            <a:off x="2467898" y="3824546"/>
            <a:ext cx="462116" cy="103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53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A48AA-F07C-1ABC-4EB3-D064022C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286" y="318826"/>
            <a:ext cx="10515600" cy="1158875"/>
          </a:xfrm>
        </p:spPr>
        <p:txBody>
          <a:bodyPr>
            <a:normAutofit/>
          </a:bodyPr>
          <a:lstStyle/>
          <a:p>
            <a:r>
              <a:rPr lang="en-US" sz="2400" dirty="0"/>
              <a:t>Cool, now I’m in the admin dashboard.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780149-E04A-D649-EE8A-53047BFF4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" y="1651695"/>
            <a:ext cx="10235381" cy="4534976"/>
          </a:xfrm>
        </p:spPr>
      </p:pic>
    </p:spTree>
    <p:extLst>
      <p:ext uri="{BB962C8B-B14F-4D97-AF65-F5344CB8AC3E}">
        <p14:creationId xmlns:p14="http://schemas.microsoft.com/office/powerpoint/2010/main" val="958672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7308-9141-9FDE-B455-565FAC25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889" y="26856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Next I will scan using Nikto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D1963-7D0A-74B6-6EA6-D4C52324E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65" y="1594130"/>
            <a:ext cx="9398000" cy="5032375"/>
          </a:xfrm>
        </p:spPr>
      </p:pic>
    </p:spTree>
    <p:extLst>
      <p:ext uri="{BB962C8B-B14F-4D97-AF65-F5344CB8AC3E}">
        <p14:creationId xmlns:p14="http://schemas.microsoft.com/office/powerpoint/2010/main" val="38455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2D7D-FD7E-E23F-CA44-7E5AA674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 </a:t>
            </a:r>
            <a:r>
              <a:rPr lang="en-US" sz="2400" dirty="0" err="1"/>
              <a:t>nikto</a:t>
            </a:r>
            <a:r>
              <a:rPr lang="en-US" sz="2400" dirty="0"/>
              <a:t> report here.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E9C003-9825-1E57-AACD-56B6433E5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82" y="1825625"/>
            <a:ext cx="9261986" cy="4761988"/>
          </a:xfrm>
        </p:spPr>
      </p:pic>
    </p:spTree>
    <p:extLst>
      <p:ext uri="{BB962C8B-B14F-4D97-AF65-F5344CB8AC3E}">
        <p14:creationId xmlns:p14="http://schemas.microsoft.com/office/powerpoint/2010/main" val="3544780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EC9C-81BC-2315-27FA-B5AA93D0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 will also use owasp-zap to scan.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7EFC04-010D-6AD6-DEC7-700B460B2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74240"/>
            <a:ext cx="11089640" cy="4104640"/>
          </a:xfrm>
        </p:spPr>
      </p:pic>
    </p:spTree>
    <p:extLst>
      <p:ext uri="{BB962C8B-B14F-4D97-AF65-F5344CB8AC3E}">
        <p14:creationId xmlns:p14="http://schemas.microsoft.com/office/powerpoint/2010/main" val="235041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13BC-5242-093C-2CE6-F609FEF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 here scanning is done.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4AA00-9C56-739B-D2BE-8ED629E8C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600" y="1825625"/>
            <a:ext cx="9072800" cy="4351338"/>
          </a:xfrm>
        </p:spPr>
      </p:pic>
    </p:spTree>
    <p:extLst>
      <p:ext uri="{BB962C8B-B14F-4D97-AF65-F5344CB8AC3E}">
        <p14:creationId xmlns:p14="http://schemas.microsoft.com/office/powerpoint/2010/main" val="3403526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F6BD-C278-B361-8A98-A6052B796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 zap report here.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22CFD-2792-6806-2682-434F5C777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82" y="1398904"/>
            <a:ext cx="9586452" cy="4801317"/>
          </a:xfrm>
        </p:spPr>
      </p:pic>
    </p:spTree>
    <p:extLst>
      <p:ext uri="{BB962C8B-B14F-4D97-AF65-F5344CB8AC3E}">
        <p14:creationId xmlns:p14="http://schemas.microsoft.com/office/powerpoint/2010/main" val="3315784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A71B-50E1-C648-1093-01A0F0CF8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I will next step to burpsuite scan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30A13D-8076-34B7-8B83-83A4B63DB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1084"/>
            <a:ext cx="10515600" cy="3116826"/>
          </a:xfrm>
        </p:spPr>
      </p:pic>
    </p:spTree>
    <p:extLst>
      <p:ext uri="{BB962C8B-B14F-4D97-AF65-F5344CB8AC3E}">
        <p14:creationId xmlns:p14="http://schemas.microsoft.com/office/powerpoint/2010/main" val="1231435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D362-563D-6C70-90D0-ED02596D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 here its performing</a:t>
            </a:r>
            <a:endParaRPr lang="en-IN" sz="24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A493AAA-076E-A7D1-0FF6-67DA89BA7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" y="1341120"/>
            <a:ext cx="11203940" cy="4839335"/>
          </a:xfrm>
        </p:spPr>
      </p:pic>
    </p:spTree>
    <p:extLst>
      <p:ext uri="{BB962C8B-B14F-4D97-AF65-F5344CB8AC3E}">
        <p14:creationId xmlns:p14="http://schemas.microsoft.com/office/powerpoint/2010/main" val="1807954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C183-19F9-0C97-2A4C-57CF10AB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Scanning all in </a:t>
            </a:r>
            <a:r>
              <a:rPr lang="en-US" sz="2400" dirty="0" err="1"/>
              <a:t>colddbox</a:t>
            </a:r>
            <a:r>
              <a:rPr lang="en-US" sz="2400" dirty="0"/>
              <a:t> application.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951B4F-3800-68C5-0D90-25A041E6F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1447800"/>
            <a:ext cx="10911840" cy="4810443"/>
          </a:xfrm>
        </p:spPr>
      </p:pic>
    </p:spTree>
    <p:extLst>
      <p:ext uri="{BB962C8B-B14F-4D97-AF65-F5344CB8AC3E}">
        <p14:creationId xmlns:p14="http://schemas.microsoft.com/office/powerpoint/2010/main" val="17382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1A43-CEBD-BCE1-6F57-E12AA58A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 here wordpress login and wordpress cookies and wordpress scan I see all related to that wp.</a:t>
            </a:r>
            <a:endParaRPr lang="en-IN" sz="2400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30AC9DF-C22B-B3AA-07FE-EC12E5997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1" y="1493520"/>
            <a:ext cx="10683240" cy="4835843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0C86C7-20AB-9564-0589-5C0E0B53E21C}"/>
              </a:ext>
            </a:extLst>
          </p:cNvPr>
          <p:cNvSpPr/>
          <p:nvPr/>
        </p:nvSpPr>
        <p:spPr>
          <a:xfrm>
            <a:off x="782320" y="3394710"/>
            <a:ext cx="4846320" cy="156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BDCD7-F851-68FD-5F99-DA1A5C2A9922}"/>
              </a:ext>
            </a:extLst>
          </p:cNvPr>
          <p:cNvSpPr/>
          <p:nvPr/>
        </p:nvSpPr>
        <p:spPr>
          <a:xfrm>
            <a:off x="782320" y="3626168"/>
            <a:ext cx="4846320" cy="121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184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4838-7D9C-CBA5-4289-BD402AB6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 request side it shows cookie ,login , pwds  and also see a response side display login page of </a:t>
            </a:r>
            <a:r>
              <a:rPr lang="en-US" sz="2400" dirty="0" err="1"/>
              <a:t>colddbox</a:t>
            </a:r>
            <a:r>
              <a:rPr lang="en-US" sz="2400" dirty="0"/>
              <a:t> application.</a:t>
            </a: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1B55C1F-75FA-6E66-DEDA-D8516B572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9720"/>
            <a:ext cx="10789920" cy="5014595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05A6A9-31E2-77D7-AC15-D57C17B8E80C}"/>
              </a:ext>
            </a:extLst>
          </p:cNvPr>
          <p:cNvSpPr/>
          <p:nvPr/>
        </p:nvSpPr>
        <p:spPr>
          <a:xfrm>
            <a:off x="1276350" y="3387090"/>
            <a:ext cx="3718560" cy="49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193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C1F8-75BD-A241-F76E-9BF8CB24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Penetration testing on the </a:t>
            </a:r>
            <a:r>
              <a:rPr lang="en-US" sz="2400" dirty="0" err="1"/>
              <a:t>Colddbox</a:t>
            </a:r>
            <a:r>
              <a:rPr lang="en-US" sz="2400" dirty="0"/>
              <a:t> application , </a:t>
            </a:r>
            <a:r>
              <a:rPr lang="en-IN" sz="2400" dirty="0"/>
              <a:t>Potential vulnerabilities investigated</a:t>
            </a:r>
            <a:r>
              <a:rPr lang="en-US" sz="2400" dirty="0"/>
              <a:t> such as SQL Injection , XSS, Weak authentication, and Session fixation.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73BA8E-75CD-A87C-DE6E-287FA86A7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" y="1533730"/>
            <a:ext cx="11155679" cy="4959145"/>
          </a:xfrm>
        </p:spPr>
      </p:pic>
    </p:spTree>
    <p:extLst>
      <p:ext uri="{BB962C8B-B14F-4D97-AF65-F5344CB8AC3E}">
        <p14:creationId xmlns:p14="http://schemas.microsoft.com/office/powerpoint/2010/main" val="1579812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7D65-44BC-B3B7-A0B6-0026E0D7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78B5-1820-8223-5112-A5222E7B8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891684" cy="5047533"/>
          </a:xfrm>
        </p:spPr>
        <p:txBody>
          <a:bodyPr>
            <a:normAutofit/>
          </a:bodyPr>
          <a:lstStyle/>
          <a:p>
            <a:r>
              <a:rPr lang="en-US" dirty="0"/>
              <a:t>Penetration testing on the ColddBox application revealed critical vulnerabilities like SQL Injection, XSS, session fixation, and weak authentication.</a:t>
            </a:r>
          </a:p>
          <a:p>
            <a:r>
              <a:rPr lang="en-US" dirty="0"/>
              <a:t>Tools used: Nmap, Nikto, WPScan, OWASP ZAP, and Burp Suite.</a:t>
            </a:r>
          </a:p>
          <a:p>
            <a:r>
              <a:rPr lang="en-US" dirty="0"/>
              <a:t>Exploitation allowed access to the WordPress dashboard and cookies analysis</a:t>
            </a:r>
          </a:p>
          <a:p>
            <a:r>
              <a:rPr lang="en-US" dirty="0"/>
              <a:t>Security recommendations were suggested to strengthen the application.</a:t>
            </a:r>
          </a:p>
          <a:p>
            <a:r>
              <a:rPr lang="en-US" dirty="0"/>
              <a:t>This project highlights the need for continuous web application security testing.</a:t>
            </a:r>
          </a:p>
          <a:p>
            <a:pPr marL="0" indent="0">
              <a:buNone/>
            </a:pPr>
            <a:r>
              <a:rPr lang="en-US"/>
              <a:t>                                                                                               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93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477</Words>
  <Application>Microsoft Office PowerPoint</Application>
  <PresentationFormat>Widescreen</PresentationFormat>
  <Paragraphs>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Penetration on ColddBox</vt:lpstr>
      <vt:lpstr>Network scan results show IP address[LAB_TARGET_IP]. The device status is unknown, indicating potential for further investigation. Using Sudo arp-scan command.</vt:lpstr>
      <vt:lpstr>ColddBox is running on an Apache server (v2.4.10) at [LAB_TARGET_IP]. The system is Kali Linux, and there's a mention of WordPress v6.3.3.</vt:lpstr>
      <vt:lpstr>Nmap scan results showing [LAB_TARGET_IP]with ports 80/tcp open for Apache httpd 2.4.18 and 4512/tcp open for ssh with OpenSSH 7.2p2.</vt:lpstr>
      <vt:lpstr>I identified port 80 is opened then it works with the browser. And I enter the target IP into the browser. </vt:lpstr>
      <vt:lpstr>scroll down and I found this login page and I also found wordpress.org</vt:lpstr>
      <vt:lpstr>   So now I used wpscan tool to find out the usernames and passwords for them. First I enumerate the usernames.   </vt:lpstr>
      <vt:lpstr>From this, I found there are several user names with this.   </vt:lpstr>
      <vt:lpstr>I chose the c0ldd username and I perform a command to find the password of it with wpscan.  </vt:lpstr>
      <vt:lpstr>From this, A weak password was identified during authorized  lab testing.</vt:lpstr>
      <vt:lpstr>Cool, now I’m in the admin dashboard.</vt:lpstr>
      <vt:lpstr>Next I will scan using Nikto</vt:lpstr>
      <vt:lpstr>See nikto report here.</vt:lpstr>
      <vt:lpstr>I will also use owasp-zap to scan. </vt:lpstr>
      <vt:lpstr>See here scanning is done.</vt:lpstr>
      <vt:lpstr>See zap report here.</vt:lpstr>
      <vt:lpstr> I will next step to burpsuite scan </vt:lpstr>
      <vt:lpstr>See here its performing</vt:lpstr>
      <vt:lpstr>Scanning all in colddbox application.</vt:lpstr>
      <vt:lpstr>See here wordpress login and wordpress cookies and wordpress scan I see all related to that wp.</vt:lpstr>
      <vt:lpstr>See request side it shows cookie ,login , pwds  and also see a response side display login page of colddbox application.</vt:lpstr>
      <vt:lpstr>Penetration testing on the Colddbox application , Potential vulnerabilities investigated such as SQL Injection , XSS, Weak authentication, and Session fixation.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GUNTUPALLI</dc:creator>
  <cp:lastModifiedBy>LAVANYA GUNTUPALLI</cp:lastModifiedBy>
  <cp:revision>13</cp:revision>
  <dcterms:created xsi:type="dcterms:W3CDTF">2025-08-20T17:06:19Z</dcterms:created>
  <dcterms:modified xsi:type="dcterms:W3CDTF">2026-10-26T11:08:21Z</dcterms:modified>
</cp:coreProperties>
</file>